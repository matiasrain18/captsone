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590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ppt/icon_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FASE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Unidad Territorial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Junta de Vecinos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 txBox="1"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Rain Cheuquecoy · Daniel Stiven Cruz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(PTY4614)   ·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Andrés Herrera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66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— Sede Alameda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juntas de vecinos siguen gestionándose a mano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30" y="266639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Cuadernos y planillas sueltas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historial ordenado de solicitudes.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66344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50" y="26663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por WhatsApp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organizar, buscar o dirigir a un grupo específico.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36676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ppt/icon_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270" y="26663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presenciales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y postulaciones que obligan a ir físicamente.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brecha impacta directamente al directorio (orden y trazabilidad) y a los vecinos (acceso sin depender de trámites presenciales).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servicio web responsivo, con dos formas de uso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ppt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842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20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web </a:t>
            </a: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 una base de datos — sin necesidad de una App.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/home/claude/ppt/icon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07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</a:t>
            </a: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celular, priorizando botones grandes y navegación simple — clave para adultos mayores.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/home/claude/ppt/icon_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044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Multi-operación </a:t>
            </a: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sistema puede ser usado por distintas juntas de vecinos, cada una con sus datos separados.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50292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1"/>
          <p:cNvSpPr txBox="1"/>
          <p:nvPr/>
        </p:nvSpPr>
        <p:spPr>
          <a:xfrm>
            <a:off x="86868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frase: </a:t>
            </a:r>
            <a:r>
              <a:rPr lang="en-US" sz="1200" i="1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plataforma, accesible desde cualquier celular, lista para escalar a más de una junta de vecinos.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83680" y="196596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6858000" y="22402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3" descr="/home/claude/ppt/icon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619" y="239389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72668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— Directorio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26680" y="2606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vecinos, aprueba/rechaza solicitudes, envía avisos y publica noticias.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583680" y="393192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7"/>
          <p:cNvSpPr/>
          <p:nvPr/>
        </p:nvSpPr>
        <p:spPr>
          <a:xfrm>
            <a:off x="685800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4" descr="/home/claude/ppt/icon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1619" y="435985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7266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público — Vecinos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2668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inscriben, piden certificados, postulan proyectos y reservan espacios.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módulos integrados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3262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1671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de vecinos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validación por el directorio.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23262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21671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 y vecino vigente, con aprobación y PDF.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36676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ppt/icon_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23262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2560" y="21671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vecinales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Postulación disponible solo para socios.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868680" y="43434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/home/claude/ppt/icon_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4" y="447507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y avisos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68680" y="5029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todos, a un grupo o a un vecino en particular.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8912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1"/>
          <p:cNvSpPr/>
          <p:nvPr/>
        </p:nvSpPr>
        <p:spPr>
          <a:xfrm>
            <a:off x="461772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8" name="Image 4" descr="/home/claude/ppt/icon_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394" y="447507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0352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comunitario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4617720" y="5029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espacios: canchas, salas, plazas.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operan varias juntas de vecinos en un mismo sistema?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13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principio que Gmail: todos usan la misma plataforma, pero cada uno ve solo sus propios datos.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51576" y="182880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/home/claude/ppt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28616" y="25694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SOLO SISTEMA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68880" y="2898648"/>
            <a:ext cx="362559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2468880" y="2898648"/>
            <a:ext cx="0" cy="164592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094476" y="2898648"/>
            <a:ext cx="32004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126480" y="2898648"/>
            <a:ext cx="0" cy="164592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094476" y="2898648"/>
            <a:ext cx="3689604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9784080" y="2898648"/>
            <a:ext cx="0" cy="164592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822960" y="30632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0F2E">
                <a:alpha val="4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2103120" y="33375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1" descr="/home/claude/ppt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685" y="351312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058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Los Aromos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propios vecinos, certificados y avisos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80560" y="30632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0F2E">
                <a:alpha val="4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5760720" y="3337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2" descr="/home/claude/ppt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285" y="351312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6634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El Bosque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70916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propios vecinos, certificados y avisos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38160" y="30632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0F2E">
                <a:alpha val="4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0"/>
          <p:cNvSpPr/>
          <p:nvPr/>
        </p:nvSpPr>
        <p:spPr>
          <a:xfrm>
            <a:off x="9418320" y="3337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3" descr="/home/claude/ppt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885" y="3513125"/>
            <a:ext cx="380390" cy="38039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3210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Vista Hermosa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836676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propios vecinos, certificados y avisos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logra: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(vecino, certificado, aviso) queda "etiquetado" con la junta a la que pertenece. El sistema filtra automáticamente y cada directorio solo ve lo suyo.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APLICADA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Certificados y notificaciones, definidos con criterio real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24396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017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residencia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 domicilio en la unidad territorial.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vecino vigente / socio activo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 inscripción y estar al día con la junta.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solicitud → aprobación del directorio → PDF descargable con firma/sello digital.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24396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avisos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01752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todos los vecinos inscritos (ej. corte de agua).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vecino específico (ej. respuesta a su certificado).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directorio elige el destinatario: todos, un grupo (sector/calle) o un vecino en particular. Canal inicial: correo electrónico.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y objetivo general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que se ponen en práctica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008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231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 sistematizando su proceso de desarrollo y mantenimiento.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 escalables que soporten los requerimientos de la organización.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4008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 siguiendo buenas prácticas de la industria.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68680" y="5074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5217566"/>
            <a:ext cx="309067" cy="30906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00200" y="50292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competencias se integran en un mismo entregable: no se trabajan por separado, sino dentro del mismo sistema.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675120" y="192024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6995160" y="22402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1" descr="/home/claude/ppt/icon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779" y="2393899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995160" y="34747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Mejorar la gestión de la unidad territorial de una junta de vecinos.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6995160" y="4754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despliega en 7 objetivos específicos: modelo de datos multi-junta, cada módulo funcional, accesibilidad para el celular, y validación con pruebas.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ágil: Kanban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tareas compartido entre ambos integrantes: visibilidad total del avance y flexibilidad para reordenar según feedback del docente.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6B7A9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960120" y="28803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certificados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13048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960120" y="3813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74573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60120" y="47457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cierre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1945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389120" y="21945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438912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Haciendo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8803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4709160" y="28803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inscripción vecinos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813048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4709160" y="3813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proyectos vecinales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474573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4709160" y="47457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noticias/avisos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21945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138160" y="21945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3F9B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813816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21040" y="28803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8458200" y="28803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requerimientos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3813048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8458200" y="3813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(BD)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474573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8458200" y="47457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certificados y notificaciones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Reparto: </a:t>
            </a: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→ modelo de datos, vecinos y certificados. Daniel → proyectos vecinales, noticias/avisos, calendario y pruebas. Documentación individual por integrante.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del proyecto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531620" y="23774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130" y="25749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Bootstrap / </a:t>
            </a: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estructura visual y diseño responsivo.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47288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338828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338" y="257495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0168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675888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lógica de negocio, validaciones y flujos de aprobación.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54496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7146036" y="23774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ppt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546" y="257495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37376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483096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base de datos para vecinos, certificados y avisos.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61704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9953244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/home/claude/ppt/icon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0754" y="257495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44584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9290304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local (Apache + PHP + MySQL).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elegido por su documentación abundante en español y su uso estándar en sistemas de gestión web con base de datos.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resumido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1498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6888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modelo de datos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4688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24688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89504"/>
            <a:ext cx="10881360" cy="420624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822960" y="288950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inscripción de vecinos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8895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0" y="288950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1012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certificados de residencia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3101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331012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30752"/>
            <a:ext cx="10881360" cy="420624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822960" y="373075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proyectos vecinales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730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7307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15137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noticias, avisos y calendario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1513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41513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881360" cy="420624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822960" y="457200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5720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45720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9262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cierre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9926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49926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413248"/>
            <a:ext cx="10881360" cy="0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640080" y="5687568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868680" y="5687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5687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totales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43400" y="5687568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 txBox="1"/>
          <p:nvPr/>
        </p:nvSpPr>
        <p:spPr>
          <a:xfrm>
            <a:off x="4572000" y="5687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5715000" y="5687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46720" y="5687568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 txBox="1"/>
          <p:nvPr/>
        </p:nvSpPr>
        <p:spPr>
          <a:xfrm>
            <a:off x="8275320" y="5687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5687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TEMPORAL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— 18 semanas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20904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93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Análisis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9120" y="27157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986280" y="271576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Desarrollo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89800" y="3557016"/>
            <a:ext cx="1813560" cy="658368"/>
          </a:xfrm>
          <a:prstGeom prst="roundRect">
            <a:avLst>
              <a:gd name="adj" fmla="val 8333"/>
            </a:avLst>
          </a:prstGeom>
          <a:solidFill>
            <a:srgbClr val="3F9B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7426960" y="3557016"/>
            <a:ext cx="153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Certificación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03360" y="4398264"/>
            <a:ext cx="2418080" cy="658368"/>
          </a:xfrm>
          <a:prstGeom prst="roundRect">
            <a:avLst>
              <a:gd name="adj" fmla="val 8333"/>
            </a:avLst>
          </a:prstGeom>
          <a:solidFill>
            <a:srgbClr val="8E5FB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240520" y="4398264"/>
            <a:ext cx="214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Cierre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7667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 (17 actividades granulares) en el documento de Definición del Proyecto APT. 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sigue una escalera estricta — hay retrocesos deliberados, como retomar el levantamiento en la semana 9 o repetir pruebas tras los ajustes del docente.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38647" y="1901952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4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3" y="21214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agradecemos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atencion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prestada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Rain Cheuquecoy   ·   Daniel Stiven Cruz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1030</Words>
  <Application>Microsoft Office PowerPoint</Application>
  <PresentationFormat>Panorámica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MATIAS ENRIQUE RAIN CHEUQUECOY</cp:lastModifiedBy>
  <cp:revision>4</cp:revision>
  <dcterms:created xsi:type="dcterms:W3CDTF">2026-09-02T23:30:54Z</dcterms:created>
  <dcterms:modified xsi:type="dcterms:W3CDTF">2026-09-04T22:35:33Z</dcterms:modified>
</cp:coreProperties>
</file>